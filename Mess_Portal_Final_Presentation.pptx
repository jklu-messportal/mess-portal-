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MINOR PROJECT  |  IET, JKLU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Mess Management</a:t>
            </a:r>
            <a:br/>
            <a:r>
              <a:t>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 QR-Based Digital Mess Entry &amp; Management System for JK Lakshmipat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Aman Singh  ·  Anjisht Amritanshu  ·  Ayush Choudhary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2023BTech006  |  2023BTech009  |  2023BTECH020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Faculty Guide: Dr. Deepika Prakash  |  May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486400"/>
            <a:ext cx="219456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DB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5486400"/>
            <a:ext cx="219456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5532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26+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79" y="5486400"/>
            <a:ext cx="219456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5532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9" y="5486400"/>
            <a:ext cx="219456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5532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Roles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01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About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Context</a:t>
            </a:r>
          </a:p>
          <a:p>
            <a:pPr>
              <a:spcBef>
                <a:spcPts val="600"/>
              </a:spcBef>
              <a:defRPr sz="1400" b="0">
                <a:solidFill>
                  <a:srgbClr val="E2E8F0"/>
                </a:solidFill>
                <a:latin typeface="Calibri"/>
              </a:defRPr>
            </a:pPr>
            <a:r>
              <a:t>• JKLU serves hundreds of students daily across 4 meal slots</a:t>
            </a:r>
          </a:p>
          <a:p>
            <a:pPr>
              <a:spcBef>
                <a:spcPts val="600"/>
              </a:spcBef>
              <a:defRPr sz="1400" b="0">
                <a:solidFill>
                  <a:srgbClr val="E2E8F0"/>
                </a:solidFill>
                <a:latin typeface="Calibri"/>
              </a:defRPr>
            </a:pPr>
            <a:r>
              <a:t>• Previous: physical ID cards → queues, proxy entries, no analytics</a:t>
            </a:r>
          </a:p>
          <a:p>
            <a:pPr>
              <a:spcBef>
                <a:spcPts val="600"/>
              </a:spcBef>
              <a:defRPr sz="1400" b="0">
                <a:solidFill>
                  <a:srgbClr val="E2E8F0"/>
                </a:solidFill>
                <a:latin typeface="Calibri"/>
              </a:defRPr>
            </a:pPr>
            <a:r>
              <a:t>• Now: Production-deployed full-stack digital platform</a:t>
            </a:r>
          </a:p>
          <a:p>
            <a:pPr>
              <a:spcBef>
                <a:spcPts val="600"/>
              </a:spcBef>
              <a:defRPr sz="1400" b="0">
                <a:solidFill>
                  <a:srgbClr val="E2E8F0"/>
                </a:solidFill>
                <a:latin typeface="Calibri"/>
              </a:defRPr>
            </a:pPr>
            <a:r>
              <a:t>• Handles authentication, payments, nutrition &amp; community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Three User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Digital mess pass, meal management,</a:t>
            </a:r>
            <a:br/>
            <a:r>
              <a:t>payments, complaints, community voting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402336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1999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Mess Staff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QR scanner, real-time verification,</a:t>
            </a:r>
            <a:br/>
            <a:r>
              <a:t>auto meal detection, duplicate blocking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4023360"/>
            <a:ext cx="3474720" cy="14630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Administrators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480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Menu control, headcount analytics,</a:t>
            </a:r>
            <a:br/>
            <a:r>
              <a:t>refund ledger, student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852160"/>
            <a:ext cx="20116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8704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MERN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40" y="5852160"/>
            <a:ext cx="20116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58704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Azure AD SSO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5852160"/>
            <a:ext cx="20116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9" y="58704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Razorpay Payments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5852160"/>
            <a:ext cx="20116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58704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Cloudinary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5852160"/>
            <a:ext cx="2011680" cy="5486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58704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MongoDB Atlas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02  /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with the 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916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⚡  Inefficient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Physical ID cards cause long queues;</a:t>
            </a:r>
            <a:br/>
            <a:r>
              <a:t>proxy entries go undetected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55448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6916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📊  No Real-Time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1488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Zero digital record of meal</a:t>
            </a:r>
            <a:br/>
            <a:r>
              <a:t>consumption or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5448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916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🗑️  Food Wastage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4884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Kitchen prepares on rough estimates</a:t>
            </a:r>
            <a:br/>
            <a:r>
              <a:t>without advance headcount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🔒  No Meal Flexibility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262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Students cannot skip meals or</a:t>
            </a:r>
            <a:br/>
            <a:r>
              <a:t>track refund-eligible cancellations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1999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📢  No Feedback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45262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No structured way to report issues</a:t>
            </a:r>
            <a:br/>
            <a:r>
              <a:t>with photographic 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931920"/>
            <a:ext cx="34747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⚙️  Admin Overhead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5262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Menu, headcount, refunds managed</a:t>
            </a:r>
            <a:br/>
            <a:r>
              <a:t>manually — error-prone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03  / 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Features of the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Foundation (Mid-Term)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QR-Based Entry — Digital mess pass, scan &amp; verify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Auto Meal Detection — Server-clock determines meal type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Azure AD SSO — Only @jklu.edu.in, OAuth 2.0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Kitchen Headcount — Tomorrow's count for planning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Refund Ledger — Per-student tracking + CSV export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Admin Notices — Campus-wide broadcast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NEW — Post Mid-Term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🆕 Razorpay Payments — Non-veg (₹30/₹120) + Day Scholar (₹50)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🆕 Community Polling — Reddit-style voting + trending algorithm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🆕 Nutritional Database — 100+ dishes with fuzzy search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🆕 Complaint Module — Photo evidence via Cloudinary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🆕 Day Scholar System — Separate purchase + hosteller registry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🆕 Dietary Filtering — Veg/Non-Veg/Eggetarian/Jain views</a:t>
            </a:r>
          </a:p>
          <a:p>
            <a:pPr>
              <a:spcBef>
                <a:spcPts val="4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🆕 Production Deployment — Vercel + Render + MongoDB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GROWTH:  7→11 Models  ·  10→26+ Endpoints  ·  4→9 Pages  ·  2→7 Components  ·  Local→Production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04  /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Three-Tier Architecture &amp;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68580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80000" cy="1188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D4ED8"/>
                </a:solidFill>
                <a:latin typeface="Calibri"/>
              </a:defRPr>
            </a:pPr>
            <a:r>
              <a:t>PRESENTATION LAYER — Vercel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React 18 + Vite  ·  MSAL.js (Azure SSO)  ·  Material UI  ·  Axios</a:t>
            </a:r>
            <a:br/>
            <a:r>
              <a:t>React Router v6  ·  QR Scanner  ·  Razorpay Checkout  ·  CSS3 Glassmorphism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68580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80000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Calibri"/>
              </a:defRPr>
            </a:pPr>
            <a:r>
              <a:t>APPLICATION LAYER — 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Node.js + Express 5  ·  Mongoose ODM  ·  CORS  ·  Multer</a:t>
            </a:r>
            <a:br/>
            <a:r>
              <a:t>Razorpay SDK  ·  crypto (HMAC-SHA256)  ·  Cloudinary  ·  dotenv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80560"/>
            <a:ext cx="68580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80000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Calibri"/>
              </a:defRPr>
            </a:pPr>
            <a:r>
              <a:t>DATA LAYER — MongoDB Atlas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11 Mongoose Models  ·  Compound Unique Indexes</a:t>
            </a:r>
            <a:br/>
            <a:r>
              <a:t>Atomic Operations ($addToSet, $pull, findOneAndUpdate)  ·  Cloud NoSQL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Third-Party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011680"/>
            <a:ext cx="39319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057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Microsoft Azure 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331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OAuth 2.0 SSO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834640"/>
            <a:ext cx="39319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880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Razorpay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154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Payment Gateway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657600"/>
            <a:ext cx="39319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703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Cloudinary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97763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Image CDN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480560"/>
            <a:ext cx="3931920" cy="6400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526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QR Server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800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QR Code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9E0B"/>
                </a:solidFill>
                <a:latin typeface="Calibri"/>
              </a:defRPr>
            </a:pPr>
            <a:r>
              <a:t>CI/CD:  git push → GitHub → auto-build on Vercel + Render → live in ~2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05  /  MID-TERM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Was Delivered at Mid-Term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Backend — 10+ Endpoints, 7 Models</a:t>
            </a:r>
          </a:p>
          <a:p>
            <a:pPr>
              <a:spcBef>
                <a:spcPts val="4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POST  /api/auth/microsoft-login  —  Azure SSO Login</a:t>
            </a:r>
          </a:p>
          <a:p>
            <a:pPr>
              <a:spcBef>
                <a:spcPts val="4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POST  /api/mess/scan  —  QR Verification</a:t>
            </a:r>
          </a:p>
          <a:p>
            <a:pPr>
              <a:spcBef>
                <a:spcPts val="4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GET  /api/dashboard/data  —  Student Dashboard</a:t>
            </a:r>
          </a:p>
          <a:p>
            <a:pPr>
              <a:spcBef>
                <a:spcPts val="4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POST  /api/dashboard/toggle  —  Toggle Meal Skip</a:t>
            </a:r>
          </a:p>
          <a:p>
            <a:pPr>
              <a:spcBef>
                <a:spcPts val="4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GET  /api/admin/headcount  —  Kitchen Headcount</a:t>
            </a:r>
          </a:p>
          <a:p>
            <a:pPr>
              <a:spcBef>
                <a:spcPts val="4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GET  /api/admin/ledger  —  Refund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Models: User, MealLog, Menu, MealBooking, Booking, Review, Notice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Frontend — 4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AuthGate.jsx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Microsoft SSO login via MSAL</a:t>
            </a:r>
            <a:br/>
            <a:r>
              <a:t>Domain validation @jklu.edu.in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10896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154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Dashboard.jsx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Digital mess pass + QR code</a:t>
            </a:r>
            <a:br/>
            <a:r>
              <a:t>Meal skip/book + monthly quotas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20624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251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Scanner.jsx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Camera QR scan</a:t>
            </a:r>
            <a:br/>
            <a:r>
              <a:t>Auto meal detection + duplicate block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5303520"/>
            <a:ext cx="5029200" cy="9144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5349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AdminDashboard.jsx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Menu management</a:t>
            </a:r>
            <a:br/>
            <a:r>
              <a:t>Headcount + Refund ledger + 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06  /  POST MID-TERM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7 Major Features Added After Mid-Term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7432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💳  Razorpay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HMAC-SHA256 verification, 2 types</a:t>
            </a:r>
            <a:br/>
            <a:r>
              <a:t>(Non-veg ₹30/₹120 + Day Scholar ₹50)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7432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🗳️  Community Polling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Trending algorithm, atomic voting,</a:t>
            </a:r>
            <a:br/>
            <a:r>
              <a:t>SVG donut charts, 2-step resolve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27432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🥗  Nutritional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100+ dishes, custom fuzzy search,</a:t>
            </a:r>
            <a:br/>
            <a:r>
              <a:t>animated progress bars, 280ms debounce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63040"/>
            <a:ext cx="27432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📸  Complaint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0116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Cloudinary image CDN, Multer,</a:t>
            </a:r>
            <a:br/>
            <a:r>
              <a:t>admin search + date filters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023360"/>
            <a:ext cx="27432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60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🏠  Day Scholar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₹50 meal tickets, hosteller registry,</a:t>
            </a:r>
            <a:br/>
            <a:r>
              <a:t>QR access enforcement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4023360"/>
            <a:ext cx="27432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160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🥦  Dietary Filtering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Veg/Non-Veg/Eggetarian/Jain</a:t>
            </a:r>
            <a:br/>
            <a:r>
              <a:t>client-side preference filtering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4023360"/>
            <a:ext cx="274320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160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🚀  Production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7200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Vercel + Render + MongoDB Atlas</a:t>
            </a:r>
            <a:br/>
            <a:r>
              <a:t>Auto-deploy via GitHub 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7→11 Models  ·  10→26+ Endpoints  ·  4→9 Pages  ·  0→2 Payment Types  ·  Local→Production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07  /  MID-TERM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Faculty Feedback &amp; How We Addressed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09728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📸  Feedback: "Implement a Complaint System"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→  Built full complaint module — text + photo proof via Cloudinary,</a:t>
            </a:r>
            <a:br/>
            <a:r>
              <a:t>admin gets searchable grid with date filters and inline image previews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34640"/>
            <a:ext cx="109728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🗳️  Feedback: "Add a Polling/Voting System"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→  Built Reddit-style community polling — upvote/downvote, trending</a:t>
            </a:r>
            <a:br/>
            <a:r>
              <a:t>algorithm, category filters, two-step resolution, SVG donut 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1097280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🏠  Feedback: "Day Scholars need separate flow"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→  Created Day Scholar payment system — ₹50 meal ticket via Razorpay,</a:t>
            </a:r>
            <a:br/>
            <a:r>
              <a:t>separate modal, QR scanner enforces paid status, hosteller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Additional Improvements</a:t>
            </a:r>
          </a:p>
          <a:p>
            <a:pPr>
              <a:spcBef>
                <a:spcPts val="4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Deployed to production (Vercel + Render) — accessible on any device</a:t>
            </a:r>
          </a:p>
          <a:p>
            <a:pPr>
              <a:spcBef>
                <a:spcPts val="3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Fixed mobile login — migrated popup → redirect-based MSAL flow</a:t>
            </a:r>
          </a:p>
          <a:p>
            <a:pPr>
              <a:spcBef>
                <a:spcPts val="3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• Added 5-role RBAC: admin, contractor, accountant, controller, student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08  /  TECHNICAL DEEP-DIVES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Algorithms &amp;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1. HMAC-SHA256 Payment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expected = HMAC_SHA256(secret, orderId|paymentId)</a:t>
            </a:r>
          </a:p>
          <a:p>
            <a:pPr>
              <a:spcBef>
                <a:spcPts val="200"/>
              </a:spcBef>
              <a:defRPr sz="1200" b="0">
                <a:solidFill>
                  <a:srgbClr val="10B981"/>
                </a:solidFill>
                <a:latin typeface="Calibri"/>
              </a:defRPr>
            </a:pPr>
            <a:r>
              <a:t>if expected === razorpay_signature → PAID ✅</a:t>
            </a:r>
          </a:p>
          <a:p>
            <a:pPr>
              <a:spcBef>
                <a:spcPts val="200"/>
              </a:spcBef>
              <a:defRPr sz="1200" b="0">
                <a:solidFill>
                  <a:srgbClr val="EF4444"/>
                </a:solidFill>
                <a:latin typeface="Calibri"/>
              </a:defRPr>
            </a:pPr>
            <a:r>
              <a:t>else → FORGED ❌ (rejected)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Same pattern used by Amazon, Flipkart, Stripe.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Prevents fake payment callbacks from malicious clients.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  <a:latin typeface="Calibri"/>
              </a:defRPr>
            </a:pPr>
            <a:r>
              <a:t>2. Trending Score Algorithm (Polls)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score = net_votes / (age_hours + 2) ^ 1.5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 b="0">
                <a:solidFill>
                  <a:srgbClr val="E2E8F0"/>
                </a:solidFill>
                <a:latin typeface="Calibri"/>
              </a:defRPr>
            </a:pPr>
            <a:r>
              <a:t>10 votes from 1hr ago &gt; 10 votes from yesterday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The +2 prevents division by zero for new posts.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Same concept as Reddit/Hacker News ranking.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48640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3. Fuzzy Search (Nutrition)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Query: "aloo" → Match: "Aloo Paratha" ✅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 b="0">
                <a:solidFill>
                  <a:srgbClr val="E2E8F0"/>
                </a:solidFill>
                <a:latin typeface="Calibri"/>
              </a:defRPr>
            </a:pPr>
            <a:r>
              <a:t>Exact substring → score 1.0</a:t>
            </a:r>
          </a:p>
          <a:p>
            <a:pPr>
              <a:spcBef>
                <a:spcPts val="200"/>
              </a:spcBef>
              <a:defRPr sz="1100" b="0">
                <a:solidFill>
                  <a:srgbClr val="E2E8F0"/>
                </a:solidFill>
                <a:latin typeface="Calibri"/>
              </a:defRPr>
            </a:pPr>
            <a:r>
              <a:t>Char-sequence match → proportional score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Results capped at 10 for performance.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Debounced at 280ms to minimize API calls.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114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4. Atomic MongoDB Voting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4805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0B981"/>
                </a:solidFill>
                <a:latin typeface="Calibri"/>
              </a:defRPr>
            </a:pPr>
            <a:r>
              <a:t>$addToSet: { upvotedBy: userId }</a:t>
            </a:r>
          </a:p>
          <a:p>
            <a:pPr>
              <a:spcBef>
                <a:spcPts val="200"/>
              </a:spcBef>
              <a:defRPr sz="1200" b="0">
                <a:solidFill>
                  <a:srgbClr val="EF4444"/>
                </a:solidFill>
                <a:latin typeface="Calibri"/>
              </a:defRPr>
            </a:pPr>
            <a:r>
              <a:t>$pull: { downvotedBy: userId }</a:t>
            </a:r>
          </a:p>
          <a:p>
            <a:pPr>
              <a:spcBef>
                <a:spcPts val="4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100" b="0">
                <a:solidFill>
                  <a:srgbClr val="E2E8F0"/>
                </a:solidFill>
                <a:latin typeface="Calibri"/>
              </a:defRPr>
            </a:pPr>
            <a:r>
              <a:t>Single atomic operation — no race conditions.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cannot upvote AND downvote simultaneously.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MongoDB guarantees atomicity at document level.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09  / 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Production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GitHub 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2004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📦 GitHub 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475488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80000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▲ Vercel —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React SPA, auto-deploy on push</a:t>
            </a:r>
          </a:p>
          <a:p>
            <a:pPr>
              <a:spcBef>
                <a:spcPts val="3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Env: VITE_API_URL, VITE_CLIENT_ID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VITE_AUTHORITY, VITE_REDIRECT_URI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VITE_RAZORPAY_KEY_ID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560320"/>
            <a:ext cx="50292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560320"/>
            <a:ext cx="80000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651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⬡ Render —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7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Node.js + Express, auto-deploy on push</a:t>
            </a:r>
          </a:p>
          <a:p>
            <a:pPr>
              <a:spcBef>
                <a:spcPts val="3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Env: MONGO_URI, RAZORPAY_KEY_ID/SECRET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CLOUDINARY_CLOUD/KEY/SECRET</a:t>
            </a:r>
          </a:p>
          <a:p>
            <a:pPr>
              <a:spcBef>
                <a:spcPts val="2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FRONTEND_URL, TZ=Asia/Kolkata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MongoDB Atlas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52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Cloud Database</a:t>
            </a:r>
            <a:br/>
            <a:r>
              <a:t>11 Collections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48640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5532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Razorpay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852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Payment Gateway</a:t>
            </a:r>
            <a:br/>
            <a:r>
              <a:t>HMAC 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548640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5532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Cloudinary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852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Image CDN</a:t>
            </a:r>
            <a:br/>
            <a:r>
              <a:t>Complaint Photos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5486400"/>
            <a:ext cx="256032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5532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Azure 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5852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OAuth 2.0 SSO</a:t>
            </a:r>
            <a:br/>
            <a:r>
              <a:t>@jklu.edu.in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10  / 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Would Make This Production-Grade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743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🤖  AI Queue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ML model on historical scan data to</a:t>
            </a:r>
            <a:br/>
            <a:r>
              <a:t>predict peak times + push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743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☁️  AWS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65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EC2/ECS with auto-scaling, S3/R2 for</a:t>
            </a:r>
            <a:br/>
            <a:r>
              <a:t>object storage, CloudFront CDN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2743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🔌  Real-Time WebSockets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Socket.io for live headcount, instant</a:t>
            </a:r>
            <a:br/>
            <a:r>
              <a:t>scan notifications, live vote counters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63040"/>
            <a:ext cx="2743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📱  Progressive Web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19659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Service worker for offline QR caching,</a:t>
            </a:r>
            <a:br/>
            <a:r>
              <a:t>push notifications for menu updates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31920"/>
            <a:ext cx="2743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🔐  JWT + HTTP-Only Cookies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Replace localStorage auth with</a:t>
            </a:r>
            <a:br/>
            <a:r>
              <a:t>server-issued JWT + CSRF protection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931920"/>
            <a:ext cx="2743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69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Calibri"/>
              </a:defRPr>
            </a:pPr>
            <a:r>
              <a:t>🧪  Automated 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4348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Jest unit tests, React Testing Library,</a:t>
            </a:r>
            <a:br/>
            <a:r>
              <a:t>GitHub Actions CI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931920"/>
            <a:ext cx="2743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📊  Analytics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4348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Consumption trends, popular dishes,</a:t>
            </a:r>
            <a:br/>
            <a:r>
              <a:t>food waste reduction metrics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3931920"/>
            <a:ext cx="2743200" cy="2103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64040" y="4069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💬  Smart Suggestions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443484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Menu recommendations based on past</a:t>
            </a:r>
            <a:br/>
            <a:r>
              <a:t>consumption + nutritional balance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11  /  TECHNICAL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Takeaways (Interview-Ready)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55778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361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1. Full-Stack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Designed 3-tier app from scratch — React ↔ Express API ↔ MongoDB. Understood data flow across layers.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5778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3619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2. OAuth 2.0 &amp; Enterprise 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4708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Integrated Azure AD via MSAL.js. Learned popup vs redirect flows — redirect essential for mobile.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97480"/>
            <a:ext cx="55778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70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3. Payment Security (HMAC)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Implemented Razorpay lifecycle with cryptographic verification. Clients can fake success — only server knows the secret.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97480"/>
            <a:ext cx="55778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7706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4. NoSQL Database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8152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11 schemas with compound unique indexes to prevent duplicates. Atomic ops ($addToSet, $pull) for race conditions.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31920"/>
            <a:ext cx="55778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0050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5. Cloud Deployment &amp; 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159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Vercel + Render with env management, CORS config, timezone setup. Git push = auto-deploy (CI/CD).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5778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0050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6. API Design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159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26+ RESTful endpoints. Learned upsert pattern, debouncing, consistent {success, data, message} format.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166360"/>
            <a:ext cx="55778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2395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7. 3rd-Party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040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4 external services (Azure, Razorpay, Cloudinary, QR API). Reading docs, managing API keys, handling callbacks.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166360"/>
            <a:ext cx="5577840" cy="1051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2395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8. Security Thinking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55040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Defence-in-depth: domain validation on frontend AND backend, HMAC for payments, RBAC (5 roles), CORS policies.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12  /  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Identified Risks &amp; Our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55778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⚠️  QR Code Sharing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✅  Server-side duplicate detection prevents same QR scanned twice per meal. Student block/unblock for enforcement.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5778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⚠️  Payment Fraud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✅  HMAC-SHA256 cryptographic signature verification. Payment verified server-side before confirming booking.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108960"/>
            <a:ext cx="55778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⚠️  Network Outage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✅  QR cached client-side. Manual student ID fallback available for staff.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5778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00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⚠️  Race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56616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✅  MongoDB atomic findOneAndUpdate + unique compound indexes on {studentId, date, mealType}.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754880"/>
            <a:ext cx="55778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⚠️  Unauthorized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120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✅  5-role RBAC with frontend conditional rendering + backend role validation. PrivateRoute guards on all pages.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80"/>
            <a:ext cx="55778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46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⚠️  Scalability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2120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0B981"/>
                </a:solidFill>
                <a:latin typeface="Calibri"/>
              </a:defRPr>
            </a:pPr>
            <a:r>
              <a:t>✅  Database indexes on queried fields. Fuzzy search capped at 10 results. Architecture supports horizontal scaling.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13  /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We've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828800" cy="3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The JKLU Mess Management Portal transforms a manual, error-prone</a:t>
            </a:r>
            <a:br/>
            <a:r>
              <a:t>cafeteria system into a production-deployed digital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645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Database</a:t>
            </a:r>
            <a:br/>
            <a:r>
              <a:t>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560320"/>
            <a:ext cx="1645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26+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60320"/>
            <a:ext cx="1645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Frontend</a:t>
            </a:r>
            <a:br/>
            <a:r>
              <a:t>Pages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60320"/>
            <a:ext cx="1645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Reusable</a:t>
            </a:r>
            <a:br/>
            <a:r>
              <a:t>Components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560320"/>
            <a:ext cx="1645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Dishes with</a:t>
            </a:r>
            <a:br/>
            <a:r>
              <a:t>Nutrition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560320"/>
            <a:ext cx="1645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6060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3108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</a:t>
            </a:r>
            <a:br/>
            <a:r>
              <a:t>Roles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Digital QR-based entry replacing physical ID cards</a:t>
            </a:r>
          </a:p>
          <a:p>
            <a:pPr>
              <a:spcBef>
                <a:spcPts val="3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Razorpay payment integration with cryptographic verification</a:t>
            </a:r>
          </a:p>
          <a:p>
            <a:pPr>
              <a:spcBef>
                <a:spcPts val="3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Reddit-style community polling with trending algorithm</a:t>
            </a:r>
          </a:p>
          <a:p>
            <a:pPr>
              <a:spcBef>
                <a:spcPts val="3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100+ dish nutritional database with fuzzy search</a:t>
            </a:r>
          </a:p>
          <a:p>
            <a:pPr>
              <a:spcBef>
                <a:spcPts val="3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Day Scholar meal purchase system with access enforcement</a:t>
            </a:r>
          </a:p>
          <a:p>
            <a:pPr>
              <a:spcBef>
                <a:spcPts val="3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Complaint module with Cloudinary photo uploads</a:t>
            </a:r>
          </a:p>
          <a:p>
            <a:pPr>
              <a:spcBef>
                <a:spcPts val="3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Kitchen headcount analytics reducing food wastage</a:t>
            </a:r>
          </a:p>
          <a:p>
            <a:pPr>
              <a:spcBef>
                <a:spcPts val="3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✅ Production-deployed on Vercel + Render with CI/CD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023360"/>
            <a:ext cx="47548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11480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4805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React 18 + Vite</a:t>
            </a:r>
          </a:p>
          <a:p>
            <a:pPr>
              <a:spcBef>
                <a:spcPts val="3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Node.js + Express 5</a:t>
            </a:r>
          </a:p>
          <a:p>
            <a:pPr>
              <a:spcBef>
                <a:spcPts val="3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MongoDB Atlas</a:t>
            </a:r>
          </a:p>
          <a:p>
            <a:pPr>
              <a:spcBef>
                <a:spcPts val="3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Microsoft Azure AD (OAuth 2.0)</a:t>
            </a:r>
          </a:p>
          <a:p>
            <a:pPr>
              <a:spcBef>
                <a:spcPts val="3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Razorpay Payment Gateway</a:t>
            </a:r>
          </a:p>
          <a:p>
            <a:pPr>
              <a:spcBef>
                <a:spcPts val="300"/>
              </a:spcBef>
              <a:defRPr sz="1200" b="0">
                <a:solidFill>
                  <a:srgbClr val="E2E8F0"/>
                </a:solidFill>
                <a:latin typeface="Calibri"/>
              </a:defRPr>
            </a:pPr>
            <a:r>
              <a:t>Cloudinary Image CDN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